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40D9-ABEB-458F-AF46-6DC63153D249}" type="datetimeFigureOut">
              <a:rPr lang="en-GB" smtClean="0"/>
              <a:t>02/02/2023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FEEBE-7EB6-4A19-A5A6-24C9E74BA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834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40D9-ABEB-458F-AF46-6DC63153D249}" type="datetimeFigureOut">
              <a:rPr lang="en-GB" smtClean="0"/>
              <a:t>02/02/2023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FEEBE-7EB6-4A19-A5A6-24C9E74BA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550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40D9-ABEB-458F-AF46-6DC63153D249}" type="datetimeFigureOut">
              <a:rPr lang="en-GB" smtClean="0"/>
              <a:t>02/02/2023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FEEBE-7EB6-4A19-A5A6-24C9E74BA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102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40D9-ABEB-458F-AF46-6DC63153D249}" type="datetimeFigureOut">
              <a:rPr lang="en-GB" smtClean="0"/>
              <a:t>02/02/2023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FEEBE-7EB6-4A19-A5A6-24C9E74BA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6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40D9-ABEB-458F-AF46-6DC63153D249}" type="datetimeFigureOut">
              <a:rPr lang="en-GB" smtClean="0"/>
              <a:t>02/02/2023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FEEBE-7EB6-4A19-A5A6-24C9E74BA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3073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40D9-ABEB-458F-AF46-6DC63153D249}" type="datetimeFigureOut">
              <a:rPr lang="en-GB" smtClean="0"/>
              <a:t>02/02/2023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FEEBE-7EB6-4A19-A5A6-24C9E74BA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66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40D9-ABEB-458F-AF46-6DC63153D249}" type="datetimeFigureOut">
              <a:rPr lang="en-GB" smtClean="0"/>
              <a:t>02/02/2023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FEEBE-7EB6-4A19-A5A6-24C9E74BA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2175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40D9-ABEB-458F-AF46-6DC63153D249}" type="datetimeFigureOut">
              <a:rPr lang="en-GB" smtClean="0"/>
              <a:t>02/02/2023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FEEBE-7EB6-4A19-A5A6-24C9E74BA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9902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40D9-ABEB-458F-AF46-6DC63153D249}" type="datetimeFigureOut">
              <a:rPr lang="en-GB" smtClean="0"/>
              <a:t>02/02/2023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FEEBE-7EB6-4A19-A5A6-24C9E74BA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7096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40D9-ABEB-458F-AF46-6DC63153D249}" type="datetimeFigureOut">
              <a:rPr lang="en-GB" smtClean="0"/>
              <a:t>02/02/2023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FEEBE-7EB6-4A19-A5A6-24C9E74BA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687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40D9-ABEB-458F-AF46-6DC63153D249}" type="datetimeFigureOut">
              <a:rPr lang="en-GB" smtClean="0"/>
              <a:t>02/02/2023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FEEBE-7EB6-4A19-A5A6-24C9E74BA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1464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540D9-ABEB-458F-AF46-6DC63153D249}" type="datetimeFigureOut">
              <a:rPr lang="en-GB" smtClean="0"/>
              <a:t>02/02/2023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0FEEBE-7EB6-4A19-A5A6-24C9E74BA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2078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Tutorial 6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4691"/>
            <a:ext cx="10515600" cy="4782272"/>
          </a:xfrm>
        </p:spPr>
        <p:txBody>
          <a:bodyPr>
            <a:normAutofit fontScale="92500" lnSpcReduction="20000"/>
          </a:bodyPr>
          <a:lstStyle/>
          <a:p>
            <a:r>
              <a:rPr lang="en-GB" dirty="0" smtClean="0"/>
              <a:t>Importance of the polygenic term</a:t>
            </a:r>
          </a:p>
          <a:p>
            <a:pPr lvl="1"/>
            <a:r>
              <a:rPr lang="en-GB" dirty="0" smtClean="0"/>
              <a:t>to exclude effects of other loci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Q6: what </a:t>
            </a:r>
            <a:r>
              <a:rPr lang="en-GB" dirty="0">
                <a:solidFill>
                  <a:srgbClr val="FF0000"/>
                </a:solidFill>
              </a:rPr>
              <a:t>are the approximate d.f. for any approximate t-test involving genotype in the polygenic model</a:t>
            </a:r>
            <a:r>
              <a:rPr lang="en-GB" dirty="0" smtClean="0">
                <a:solidFill>
                  <a:srgbClr val="FF0000"/>
                </a:solidFill>
              </a:rPr>
              <a:t>?</a:t>
            </a:r>
          </a:p>
          <a:p>
            <a:pPr lvl="1"/>
            <a:r>
              <a:rPr lang="en-GB" dirty="0" smtClean="0"/>
              <a:t>Wald tests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Q7 to Q9: </a:t>
            </a:r>
            <a:r>
              <a:rPr lang="en-GB" dirty="0">
                <a:solidFill>
                  <a:srgbClr val="FF0000"/>
                </a:solidFill>
              </a:rPr>
              <a:t>t</a:t>
            </a:r>
            <a:r>
              <a:rPr lang="en-GB" dirty="0" smtClean="0">
                <a:solidFill>
                  <a:srgbClr val="FF0000"/>
                </a:solidFill>
              </a:rPr>
              <a:t>ests and biases </a:t>
            </a:r>
          </a:p>
          <a:p>
            <a:pPr lvl="1"/>
            <a:r>
              <a:rPr lang="en-GB" dirty="0" smtClean="0"/>
              <a:t>bias expected without it </a:t>
            </a:r>
          </a:p>
          <a:p>
            <a:pPr lvl="1"/>
            <a:r>
              <a:rPr lang="en-GB" dirty="0" smtClean="0"/>
              <a:t>with any form of selection </a:t>
            </a:r>
          </a:p>
          <a:p>
            <a:pPr lvl="1"/>
            <a:r>
              <a:rPr lang="en-GB" dirty="0" err="1" smtClean="0"/>
              <a:t>df</a:t>
            </a:r>
            <a:r>
              <a:rPr lang="en-GB" dirty="0" smtClean="0"/>
              <a:t> from Wald tests</a:t>
            </a:r>
            <a:endParaRPr lang="en-GB" dirty="0"/>
          </a:p>
          <a:p>
            <a:r>
              <a:rPr lang="en-GB" dirty="0" smtClean="0">
                <a:solidFill>
                  <a:srgbClr val="FF0000"/>
                </a:solidFill>
              </a:rPr>
              <a:t>Q10 to Q16: lots of contrasts</a:t>
            </a:r>
          </a:p>
          <a:p>
            <a:pPr lvl="1"/>
            <a:r>
              <a:rPr lang="en-GB" dirty="0" smtClean="0"/>
              <a:t>additive, dominance, substitution and average effects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Q17 to Q20: correct model …</a:t>
            </a:r>
          </a:p>
          <a:p>
            <a:pPr lvl="1"/>
            <a:r>
              <a:rPr lang="en-GB" dirty="0"/>
              <a:t>b</a:t>
            </a:r>
            <a:r>
              <a:rPr lang="en-GB" dirty="0" smtClean="0"/>
              <a:t>ivariate to account for selection in another trait</a:t>
            </a:r>
          </a:p>
        </p:txBody>
      </p:sp>
    </p:spTree>
    <p:extLst>
      <p:ext uri="{BB962C8B-B14F-4D97-AF65-F5344CB8AC3E}">
        <p14:creationId xmlns:p14="http://schemas.microsoft.com/office/powerpoint/2010/main" val="4134820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84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Tutorial 6</vt:lpstr>
    </vt:vector>
  </TitlesOfParts>
  <Company>University of Edinburgh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WOOLLIAMS John</dc:creator>
  <cp:lastModifiedBy>John Woolliams</cp:lastModifiedBy>
  <cp:revision>6</cp:revision>
  <dcterms:created xsi:type="dcterms:W3CDTF">2021-01-29T10:04:01Z</dcterms:created>
  <dcterms:modified xsi:type="dcterms:W3CDTF">2023-02-02T19:14:31Z</dcterms:modified>
</cp:coreProperties>
</file>